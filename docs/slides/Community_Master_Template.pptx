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66" r:id="rId4"/>
    <p:sldId id="268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89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09" d="100"/>
          <a:sy n="109" d="100"/>
        </p:scale>
        <p:origin x="1224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unity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ndscape_right.png"/>
          <p:cNvPicPr>
            <a:picLocks noChangeAspect="1"/>
          </p:cNvPicPr>
          <p:nvPr/>
        </p:nvPicPr>
        <p:blipFill>
          <a:blip r:embed="rId2"/>
          <a:srcRect t="1281" r="1359" b="699"/>
          <a:stretch>
            <a:fillRect/>
          </a:stretch>
        </p:blipFill>
        <p:spPr>
          <a:xfrm>
            <a:off x="7150873" y="457200"/>
            <a:ext cx="5051066" cy="501926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608076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13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" y="6204204"/>
            <a:ext cx="256032" cy="256032"/>
          </a:xfrm>
          <a:prstGeom prst="ellipse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" y="6223277"/>
            <a:ext cx="1783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FAE8CD"/>
                </a:solidFill>
                <a:latin typeface="Calibri"/>
              </a:rPr>
              <a:t>Community Meetup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6675120"/>
            <a:ext cx="118872" cy="118872"/>
          </a:xfrm>
          <a:prstGeom prst="ellipse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649917"/>
            <a:ext cx="2488131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2C444C"/>
                </a:solidFill>
                <a:latin typeface="Calibri"/>
              </a:rPr>
              <a:t>Connect  ·  Learn  ·  Build  ·  Grow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565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>
                <a:solidFill>
                  <a:srgbClr val="2C444C"/>
                </a:solidFill>
                <a:latin typeface="Calibri"/>
              </a:rPr>
              <a:t>LLM &amp; AI Agent Community  ·  Little 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C444C"/>
                </a:solidFill>
                <a:latin typeface="Calibri"/>
              </a:rPr>
              <a:t>Page </a:t>
            </a:r>
            <a:fld id="{2C7F8A26-9C5E-4D2F-9C2A-7B7C0D8E1F11}" type="slidenum">
              <a:rPr lang="en-US" sz="1000" b="1">
                <a:solidFill>
                  <a:srgbClr val="2C444C"/>
                </a:solidFill>
                <a:latin typeface="Calibri"/>
              </a:rPr>
              <a:t>‹#›</a:t>
            </a:fld>
            <a:endParaRPr lang="en-US" sz="1000" b="1">
              <a:solidFill>
                <a:srgbClr val="2C444C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54106A-766F-3126-B1C8-EB31225FC62D}"/>
              </a:ext>
            </a:extLst>
          </p:cNvPr>
          <p:cNvSpPr/>
          <p:nvPr userDrawn="1"/>
        </p:nvSpPr>
        <p:spPr>
          <a:xfrm>
            <a:off x="545123" y="4141760"/>
            <a:ext cx="3323492" cy="45719"/>
          </a:xfrm>
          <a:prstGeom prst="rect">
            <a:avLst/>
          </a:prstGeom>
          <a:solidFill>
            <a:srgbClr val="13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3D82D38-D181-9D50-CC51-46A7CBB3B3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23" y="1389658"/>
            <a:ext cx="4953000" cy="1325563"/>
          </a:xfrm>
          <a:prstGeom prst="rect">
            <a:avLst/>
          </a:prstGeom>
        </p:spPr>
        <p:txBody>
          <a:bodyPr/>
          <a:lstStyle>
            <a:lvl1pPr>
              <a:defRPr lang="en-US" sz="6400" b="1" i="0" kern="1200" dirty="0">
                <a:solidFill>
                  <a:srgbClr val="13272D"/>
                </a:solidFill>
                <a:latin typeface="Georgia"/>
                <a:ea typeface="+mn-ea"/>
                <a:cs typeface="+mn-cs"/>
              </a:defRPr>
            </a:lvl1pPr>
          </a:lstStyle>
          <a:p>
            <a:pPr algn="l"/>
            <a:r>
              <a:rPr lang="en-US" sz="4400" b="1" i="0" dirty="0">
                <a:solidFill>
                  <a:srgbClr val="13272D"/>
                </a:solidFill>
                <a:latin typeface="Georgia"/>
              </a:rPr>
              <a:t>Your Title Goes Here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81644A8-37BF-F0E6-890E-C1512C904E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123" y="3355875"/>
            <a:ext cx="5234964" cy="703262"/>
          </a:xfrm>
          <a:prstGeom prst="rect">
            <a:avLst/>
          </a:prstGeom>
        </p:spPr>
        <p:txBody>
          <a:bodyPr/>
          <a:lstStyle>
            <a:lvl1pPr algn="l">
              <a:buNone/>
              <a:defRPr sz="3600">
                <a:solidFill>
                  <a:srgbClr val="D28925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algn="l"/>
            <a:r>
              <a:rPr lang="en-US" sz="3600" b="1" i="0" dirty="0">
                <a:solidFill>
                  <a:srgbClr val="D18926"/>
                </a:solidFill>
                <a:latin typeface="Georgia"/>
              </a:rPr>
              <a:t>Subtitle / Location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unity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ndscape_right.png"/>
          <p:cNvPicPr>
            <a:picLocks noChangeAspect="1"/>
          </p:cNvPicPr>
          <p:nvPr/>
        </p:nvPicPr>
        <p:blipFill>
          <a:blip r:embed="rId2"/>
          <a:srcRect t="1281" r="1359" b="699"/>
          <a:stretch>
            <a:fillRect/>
          </a:stretch>
        </p:blipFill>
        <p:spPr>
          <a:xfrm>
            <a:off x="7150873" y="457200"/>
            <a:ext cx="5051066" cy="501926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608076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13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" y="6204204"/>
            <a:ext cx="256032" cy="256032"/>
          </a:xfrm>
          <a:prstGeom prst="ellipse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" y="6223277"/>
            <a:ext cx="1783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FAE8CD"/>
                </a:solidFill>
                <a:latin typeface="Calibri"/>
              </a:rPr>
              <a:t>Community Meetup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6675120"/>
            <a:ext cx="118872" cy="118872"/>
          </a:xfrm>
          <a:prstGeom prst="ellipse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649917"/>
            <a:ext cx="2488131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2C444C"/>
                </a:solidFill>
                <a:latin typeface="Calibri"/>
              </a:rPr>
              <a:t>Connect  ·  Learn  ·  Build  ·  Grow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565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>
                <a:solidFill>
                  <a:srgbClr val="2C444C"/>
                </a:solidFill>
                <a:latin typeface="Calibri"/>
              </a:rPr>
              <a:t>LLM &amp; AI Agent Community  ·  Little 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C444C"/>
                </a:solidFill>
                <a:latin typeface="Calibri"/>
              </a:rPr>
              <a:t>Page </a:t>
            </a:r>
            <a:fld id="{2C7F8A26-9C5E-4D2F-9C2A-7B7C0D8E1F11}" type="slidenum">
              <a:rPr lang="en-US" sz="1000" b="1">
                <a:solidFill>
                  <a:srgbClr val="2C444C"/>
                </a:solidFill>
                <a:latin typeface="Calibri"/>
              </a:rPr>
              <a:t>‹#›</a:t>
            </a:fld>
            <a:endParaRPr lang="en-US" sz="1000" b="1">
              <a:solidFill>
                <a:srgbClr val="2C444C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47EA2-CFF9-3861-35A3-2805ADE611F5}"/>
              </a:ext>
            </a:extLst>
          </p:cNvPr>
          <p:cNvSpPr txBox="1"/>
          <p:nvPr userDrawn="1"/>
        </p:nvSpPr>
        <p:spPr>
          <a:xfrm>
            <a:off x="419686" y="397764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D18926"/>
                </a:solidFill>
                <a:latin typeface="Calibri"/>
              </a:rPr>
              <a:t>QUOTE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3D7431-E966-FEC1-C9D9-6200A53D2843}"/>
              </a:ext>
            </a:extLst>
          </p:cNvPr>
          <p:cNvSpPr/>
          <p:nvPr userDrawn="1"/>
        </p:nvSpPr>
        <p:spPr>
          <a:xfrm>
            <a:off x="419686" y="781812"/>
            <a:ext cx="457200" cy="20000"/>
          </a:xfrm>
          <a:prstGeom prst="rect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0141FC-A75B-3AA9-3A15-6BD19103A921}"/>
              </a:ext>
            </a:extLst>
          </p:cNvPr>
          <p:cNvSpPr txBox="1"/>
          <p:nvPr userDrawn="1"/>
        </p:nvSpPr>
        <p:spPr>
          <a:xfrm>
            <a:off x="419686" y="944329"/>
            <a:ext cx="731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 dirty="0">
                <a:solidFill>
                  <a:srgbClr val="D18926"/>
                </a:solidFill>
                <a:latin typeface="Georgia"/>
              </a:rPr>
              <a:t>“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676C5B-6E9E-CDE0-210E-87D87E959102}"/>
              </a:ext>
            </a:extLst>
          </p:cNvPr>
          <p:cNvSpPr/>
          <p:nvPr userDrawn="1"/>
        </p:nvSpPr>
        <p:spPr>
          <a:xfrm>
            <a:off x="419686" y="4512564"/>
            <a:ext cx="548640" cy="30000"/>
          </a:xfrm>
          <a:prstGeom prst="rect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770BC75-8569-DCC4-B2C9-6B01AE260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97" y="1987857"/>
            <a:ext cx="6385764" cy="1325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algn="l"/>
            <a:r>
              <a:rPr lang="en-US" sz="2400" b="0" i="1" dirty="0">
                <a:solidFill>
                  <a:srgbClr val="13272D"/>
                </a:solidFill>
                <a:latin typeface="Georgia"/>
              </a:rPr>
              <a:t>A short, memorable quote that sets the tone</a:t>
            </a:r>
            <a:br>
              <a:rPr lang="en-US" sz="2400" b="0" i="1" dirty="0">
                <a:solidFill>
                  <a:srgbClr val="13272D"/>
                </a:solidFill>
                <a:latin typeface="Georgia"/>
              </a:rPr>
            </a:br>
            <a:r>
              <a:rPr lang="en-US" sz="2400" b="0" i="1" dirty="0">
                <a:solidFill>
                  <a:srgbClr val="13272D"/>
                </a:solidFill>
                <a:latin typeface="Georgia"/>
              </a:rPr>
              <a:t>for the section or session.</a:t>
            </a:r>
          </a:p>
        </p:txBody>
      </p:sp>
      <p:sp>
        <p:nvSpPr>
          <p:cNvPr id="19" name="Title 17">
            <a:extLst>
              <a:ext uri="{FF2B5EF4-FFF2-40B4-BE49-F238E27FC236}">
                <a16:creationId xmlns:a16="http://schemas.microsoft.com/office/drawing/2014/main" id="{5A4357BC-A9FF-2669-8DC2-6D0773A11369}"/>
              </a:ext>
            </a:extLst>
          </p:cNvPr>
          <p:cNvSpPr txBox="1">
            <a:spLocks/>
          </p:cNvSpPr>
          <p:nvPr userDrawn="1"/>
        </p:nvSpPr>
        <p:spPr>
          <a:xfrm>
            <a:off x="358608" y="4634004"/>
            <a:ext cx="6089083" cy="39557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b="1" i="0" dirty="0">
                <a:solidFill>
                  <a:srgbClr val="D18926"/>
                </a:solidFill>
                <a:latin typeface="+mj-lt"/>
              </a:rPr>
              <a:t>— Attribution, Role</a:t>
            </a:r>
          </a:p>
        </p:txBody>
      </p:sp>
    </p:spTree>
    <p:extLst>
      <p:ext uri="{BB962C8B-B14F-4D97-AF65-F5344CB8AC3E}">
        <p14:creationId xmlns:p14="http://schemas.microsoft.com/office/powerpoint/2010/main" val="114119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2FA9-D911-F1CD-623B-EC134AB4FD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331" y="401483"/>
            <a:ext cx="10515600" cy="850216"/>
          </a:xfrm>
          <a:prstGeom prst="rect">
            <a:avLst/>
          </a:prstGeom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Your Title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3CCB26-2CCB-4F32-FA76-A58721CAE7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5612"/>
          <a:stretch>
            <a:fillRect/>
          </a:stretch>
        </p:blipFill>
        <p:spPr>
          <a:xfrm>
            <a:off x="0" y="5197032"/>
            <a:ext cx="12192000" cy="167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59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08DC259-3E0E-7014-0A37-CEBDB135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169" y="-11723"/>
            <a:ext cx="12274062" cy="690416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D9CCD2-454F-F87F-B237-1AA690483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1473" y="2163029"/>
            <a:ext cx="3224213" cy="25379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09C204-225F-D46A-786E-42A1756CB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63207" y="2116137"/>
            <a:ext cx="3224212" cy="26257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01B090F-5F85-6273-D35F-A0FDEE6AB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8838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munity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ndscape_right.png"/>
          <p:cNvPicPr>
            <a:picLocks noChangeAspect="1"/>
          </p:cNvPicPr>
          <p:nvPr/>
        </p:nvPicPr>
        <p:blipFill>
          <a:blip r:embed="rId2"/>
          <a:srcRect t="1281" r="1359" b="699"/>
          <a:stretch>
            <a:fillRect/>
          </a:stretch>
        </p:blipFill>
        <p:spPr>
          <a:xfrm>
            <a:off x="7150873" y="457200"/>
            <a:ext cx="5051066" cy="501926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608076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13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" y="6204204"/>
            <a:ext cx="256032" cy="256032"/>
          </a:xfrm>
          <a:prstGeom prst="ellipse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" y="6223277"/>
            <a:ext cx="1783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FAE8CD"/>
                </a:solidFill>
                <a:latin typeface="Calibri"/>
              </a:rPr>
              <a:t>Community Meetup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6675120"/>
            <a:ext cx="118872" cy="118872"/>
          </a:xfrm>
          <a:prstGeom prst="ellipse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649917"/>
            <a:ext cx="2488131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2C444C"/>
                </a:solidFill>
                <a:latin typeface="Calibri"/>
              </a:rPr>
              <a:t>Connect  ·  Learn  ·  Build  ·  Grow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565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>
                <a:solidFill>
                  <a:srgbClr val="2C444C"/>
                </a:solidFill>
                <a:latin typeface="Calibri"/>
              </a:rPr>
              <a:t>LLM &amp; AI Agent Community  ·  Little 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C444C"/>
                </a:solidFill>
                <a:latin typeface="Calibri"/>
              </a:rPr>
              <a:t>Page </a:t>
            </a:r>
            <a:fld id="{2C7F8A26-9C5E-4D2F-9C2A-7B7C0D8E1F11}" type="slidenum">
              <a:rPr lang="en-US" sz="1000" b="1">
                <a:solidFill>
                  <a:srgbClr val="2C444C"/>
                </a:solidFill>
                <a:latin typeface="Calibri"/>
              </a:rPr>
              <a:t>‹#›</a:t>
            </a:fld>
            <a:endParaRPr lang="en-US" sz="1000" b="1">
              <a:solidFill>
                <a:srgbClr val="2C444C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8DFD04-F335-BF2E-D3DA-A39B982EAA5D}"/>
              </a:ext>
            </a:extLst>
          </p:cNvPr>
          <p:cNvSpPr txBox="1"/>
          <p:nvPr userDrawn="1"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18926"/>
                </a:solidFill>
                <a:latin typeface="Calibri"/>
              </a:rPr>
              <a:t>ENGAGE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3D85AA-431C-9551-361B-2AAD83E17CC2}"/>
              </a:ext>
            </a:extLst>
          </p:cNvPr>
          <p:cNvSpPr/>
          <p:nvPr userDrawn="1"/>
        </p:nvSpPr>
        <p:spPr>
          <a:xfrm>
            <a:off x="548640" y="932688"/>
            <a:ext cx="457200" cy="20000"/>
          </a:xfrm>
          <a:prstGeom prst="rect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AE366D-8C6D-29CA-51E4-B16A7EACBDC2}"/>
              </a:ext>
            </a:extLst>
          </p:cNvPr>
          <p:cNvSpPr txBox="1"/>
          <p:nvPr userDrawn="1"/>
        </p:nvSpPr>
        <p:spPr>
          <a:xfrm>
            <a:off x="548640" y="1188364"/>
            <a:ext cx="62179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dirty="0">
                <a:solidFill>
                  <a:srgbClr val="13272D"/>
                </a:solidFill>
                <a:latin typeface="Georgia"/>
              </a:rPr>
              <a:t>Tell Us What</a:t>
            </a:r>
          </a:p>
          <a:p>
            <a:pPr algn="l"/>
            <a:r>
              <a:rPr sz="4800" b="1" i="0" dirty="0">
                <a:solidFill>
                  <a:srgbClr val="13272D"/>
                </a:solidFill>
                <a:latin typeface="Georgia"/>
              </a:rPr>
              <a:t>You Want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0E6AE0-179B-6DB8-33F9-A90BB6238912}"/>
              </a:ext>
            </a:extLst>
          </p:cNvPr>
          <p:cNvSpPr/>
          <p:nvPr userDrawn="1"/>
        </p:nvSpPr>
        <p:spPr>
          <a:xfrm>
            <a:off x="548640" y="3566160"/>
            <a:ext cx="548640" cy="30000"/>
          </a:xfrm>
          <a:prstGeom prst="rect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6B3F13-5B67-1476-4229-A0FB187ADD32}"/>
              </a:ext>
            </a:extLst>
          </p:cNvPr>
          <p:cNvSpPr txBox="1"/>
          <p:nvPr userDrawn="1"/>
        </p:nvSpPr>
        <p:spPr>
          <a:xfrm>
            <a:off x="548640" y="3703320"/>
            <a:ext cx="477608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D18926"/>
                </a:solidFill>
                <a:latin typeface="Calibri"/>
              </a:rPr>
              <a:t>Topics · Speakers · Demos · Feedback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D7B41B0-F759-3A1B-D8EF-E4E07F11BF2C}"/>
              </a:ext>
            </a:extLst>
          </p:cNvPr>
          <p:cNvSpPr/>
          <p:nvPr userDrawn="1"/>
        </p:nvSpPr>
        <p:spPr>
          <a:xfrm>
            <a:off x="548640" y="4343400"/>
            <a:ext cx="1713914" cy="155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3AB00D-F434-CFFC-2E56-A1F70BE80A38}"/>
              </a:ext>
            </a:extLst>
          </p:cNvPr>
          <p:cNvSpPr txBox="1"/>
          <p:nvPr userDrawn="1"/>
        </p:nvSpPr>
        <p:spPr>
          <a:xfrm>
            <a:off x="2478156" y="4411980"/>
            <a:ext cx="284656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3272D"/>
                </a:solidFill>
                <a:latin typeface="Calibri"/>
              </a:rPr>
              <a:t>Scan to share ideas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F3C525-D640-EABB-C0BF-C5E438BB7573}"/>
              </a:ext>
            </a:extLst>
          </p:cNvPr>
          <p:cNvSpPr txBox="1"/>
          <p:nvPr userDrawn="1"/>
        </p:nvSpPr>
        <p:spPr>
          <a:xfrm>
            <a:off x="2478156" y="4950420"/>
            <a:ext cx="311375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C444C"/>
                </a:solidFill>
                <a:latin typeface="Calibri"/>
              </a:rPr>
              <a:t>Drop topics, suggest speakers, request demos,</a:t>
            </a:r>
            <a:r>
              <a:rPr lang="en-US" sz="1600" b="0" i="0" dirty="0">
                <a:solidFill>
                  <a:srgbClr val="2C444C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2C444C"/>
                </a:solidFill>
                <a:latin typeface="Calibri"/>
              </a:rPr>
              <a:t>or send feedback for next month.</a:t>
            </a:r>
          </a:p>
        </p:txBody>
      </p:sp>
    </p:spTree>
    <p:extLst>
      <p:ext uri="{BB962C8B-B14F-4D97-AF65-F5344CB8AC3E}">
        <p14:creationId xmlns:p14="http://schemas.microsoft.com/office/powerpoint/2010/main" val="1268091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munity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ndscape_right.png"/>
          <p:cNvPicPr>
            <a:picLocks noChangeAspect="1"/>
          </p:cNvPicPr>
          <p:nvPr/>
        </p:nvPicPr>
        <p:blipFill>
          <a:blip r:embed="rId2"/>
          <a:srcRect t="1281" r="1359" b="699"/>
          <a:stretch>
            <a:fillRect/>
          </a:stretch>
        </p:blipFill>
        <p:spPr>
          <a:xfrm>
            <a:off x="7150873" y="457200"/>
            <a:ext cx="5051066" cy="501926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608076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13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" y="6204204"/>
            <a:ext cx="256032" cy="256032"/>
          </a:xfrm>
          <a:prstGeom prst="ellipse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" y="6223277"/>
            <a:ext cx="1783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FAE8CD"/>
                </a:solidFill>
                <a:latin typeface="Calibri"/>
              </a:rPr>
              <a:t>Community Meetup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6675120"/>
            <a:ext cx="118872" cy="118872"/>
          </a:xfrm>
          <a:prstGeom prst="ellipse">
            <a:avLst/>
          </a:prstGeom>
          <a:solidFill>
            <a:srgbClr val="D18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649917"/>
            <a:ext cx="2488131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2C444C"/>
                </a:solidFill>
                <a:latin typeface="Calibri"/>
              </a:rPr>
              <a:t>Connect  ·  Learn  ·  Build  ·  Grow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565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>
                <a:solidFill>
                  <a:srgbClr val="2C444C"/>
                </a:solidFill>
                <a:latin typeface="Calibri"/>
              </a:rPr>
              <a:t>LLM &amp; AI Agent Community  ·  Little 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C444C"/>
                </a:solidFill>
                <a:latin typeface="Calibri"/>
              </a:rPr>
              <a:t>Page </a:t>
            </a:r>
            <a:fld id="{2C7F8A26-9C5E-4D2F-9C2A-7B7C0D8E1F11}" type="slidenum">
              <a:rPr lang="en-US" sz="1000" b="1">
                <a:solidFill>
                  <a:srgbClr val="2C444C"/>
                </a:solidFill>
                <a:latin typeface="Calibri"/>
              </a:rPr>
              <a:t>‹#›</a:t>
            </a:fld>
            <a:endParaRPr lang="en-US" sz="1000" b="1">
              <a:solidFill>
                <a:srgbClr val="2C444C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60792-55B7-F7F4-0A19-2EA5409AD392}"/>
              </a:ext>
            </a:extLst>
          </p:cNvPr>
          <p:cNvSpPr txBox="1"/>
          <p:nvPr userDrawn="1"/>
        </p:nvSpPr>
        <p:spPr>
          <a:xfrm>
            <a:off x="548640" y="1783080"/>
            <a:ext cx="62179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00" b="1" i="0" dirty="0">
                <a:solidFill>
                  <a:srgbClr val="13272D"/>
                </a:solidFill>
                <a:latin typeface="Georgia"/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C0C0B1-FE7A-3C95-29D5-0462F0F75C6C}"/>
              </a:ext>
            </a:extLst>
          </p:cNvPr>
          <p:cNvSpPr txBox="1"/>
          <p:nvPr userDrawn="1"/>
        </p:nvSpPr>
        <p:spPr>
          <a:xfrm>
            <a:off x="548640" y="3530132"/>
            <a:ext cx="5943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D18926"/>
                </a:solidFill>
                <a:latin typeface="Georgia"/>
              </a:rPr>
              <a:t>See you next </a:t>
            </a:r>
            <a:r>
              <a:rPr lang="en-US" sz="2600" b="1" i="0" dirty="0">
                <a:solidFill>
                  <a:srgbClr val="D18926"/>
                </a:solidFill>
                <a:latin typeface="Georgia"/>
              </a:rPr>
              <a:t>time</a:t>
            </a:r>
            <a:r>
              <a:rPr sz="2600" b="1" i="0" dirty="0">
                <a:solidFill>
                  <a:srgbClr val="D18926"/>
                </a:solidFill>
                <a:latin typeface="Georgia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18B5D7-FEC3-A6AC-4E67-10AA67F8E169}"/>
              </a:ext>
            </a:extLst>
          </p:cNvPr>
          <p:cNvSpPr/>
          <p:nvPr userDrawn="1"/>
        </p:nvSpPr>
        <p:spPr>
          <a:xfrm>
            <a:off x="548640" y="3343737"/>
            <a:ext cx="3323492" cy="45719"/>
          </a:xfrm>
          <a:prstGeom prst="rect">
            <a:avLst/>
          </a:prstGeom>
          <a:solidFill>
            <a:srgbClr val="D28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289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98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8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2" r:id="rId2"/>
    <p:sldLayoutId id="2147483660" r:id="rId3"/>
    <p:sldLayoutId id="2147483661" r:id="rId4"/>
    <p:sldLayoutId id="2147483663" r:id="rId5"/>
    <p:sldLayoutId id="214748366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 dirty="0">
                <a:solidFill>
                  <a:srgbClr val="13272D"/>
                </a:solidFill>
                <a:latin typeface="Georgia"/>
              </a:rPr>
              <a:t>Your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 dirty="0">
                <a:solidFill>
                  <a:srgbClr val="13272D"/>
                </a:solidFill>
                <a:latin typeface="Georgia"/>
              </a:rPr>
              <a:t>Goes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>
                <a:solidFill>
                  <a:srgbClr val="D18926"/>
                </a:solidFill>
                <a:latin typeface="Georgia"/>
              </a:rPr>
              <a:t>Subtitle /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0646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 dirty="0">
                <a:solidFill>
                  <a:srgbClr val="2C444C"/>
                </a:solidFill>
                <a:latin typeface="Calibri"/>
              </a:rPr>
              <a:t>Short tagline or session description in one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E7D5-D114-1D0A-74AB-C0A845B1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4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0C77-6D19-635B-1492-62C96715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67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AEC1E5-FDA8-B8B1-8B9D-CE416291C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410AB-7848-CFDE-F0FA-F1F384CC16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38D8E3-AA30-6BB8-E973-FAD5F7B94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94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68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966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16</Words>
  <Application>Microsoft Macintosh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Olanrewaju Oyinbooke</cp:lastModifiedBy>
  <cp:revision>3</cp:revision>
  <dcterms:created xsi:type="dcterms:W3CDTF">2013-01-27T09:14:16Z</dcterms:created>
  <dcterms:modified xsi:type="dcterms:W3CDTF">2026-06-02T06:02:41Z</dcterms:modified>
  <cp:category/>
</cp:coreProperties>
</file>